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73f22b5b014bbb" /><Relationship Type="http://schemas.openxmlformats.org/officeDocument/2006/relationships/extended-properties" Target="/docProps/app.xml" Id="R159e7891b75f4099" /><Relationship Type="http://schemas.openxmlformats.org/officeDocument/2006/relationships/officeDocument" Target="/ppt/presentation.xml" Id="Rcafca89b8cb14e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4baee918124783"/>
  </p:sldMasterIdLst>
  <p:notesMasterIdLst>
    <p:notesMasterId xmlns:r="http://schemas.openxmlformats.org/officeDocument/2006/relationships" r:id="R45f505040246456a"/>
  </p:notesMasterIdLst>
  <p:sldIdLst>
    <p:sldId xmlns:r="http://schemas.openxmlformats.org/officeDocument/2006/relationships" id="256" r:id="R546f544030e04656"/>
    <p:sldId xmlns:r="http://schemas.openxmlformats.org/officeDocument/2006/relationships" id="257" r:id="Rbd560cb2b0a648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3dbf90d47644d3" /><Relationship Type="http://schemas.openxmlformats.org/officeDocument/2006/relationships/slideMaster" Target="/ppt/slideMasters/slideMaster1.xml" Id="R404baee918124783" /><Relationship Type="http://schemas.openxmlformats.org/officeDocument/2006/relationships/notesMaster" Target="/ppt/notesMasters/notesMaster1.xml" Id="R45f505040246456a" /><Relationship Type="http://schemas.openxmlformats.org/officeDocument/2006/relationships/presProps" Target="/ppt/presProps.xml" Id="R49f2a5e0c92e48d1" /><Relationship Type="http://schemas.openxmlformats.org/officeDocument/2006/relationships/tableStyles" Target="/ppt/tableStyles.xml" Id="Ra41c510bd8af4e9c" /><Relationship Type="http://schemas.openxmlformats.org/officeDocument/2006/relationships/slide" Target="/ppt/slides/slide1.xml" Id="R546f544030e04656" /><Relationship Type="http://schemas.openxmlformats.org/officeDocument/2006/relationships/slide" Target="/ppt/slides/slide2.xml" Id="Rbd560cb2b0a648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67eaf8e6a945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01dd76dfe4454b" /><Relationship Type="http://schemas.openxmlformats.org/officeDocument/2006/relationships/notesMaster" Target="/ppt/notesMasters/notesMaster1.xml" Id="Rc9d22b2b20624a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76d6210615422f" /><Relationship Type="http://schemas.openxmlformats.org/officeDocument/2006/relationships/notesMaster" Target="/ppt/notesMasters/notesMaster1.xml" Id="R9183c5ea2d6d4d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 seedream-template-spec-v1.1/SKILL.md。流程阶段为 DEFINE、FIT、UX Review、TUNE、CALIBRATE、RELEASE 的概括。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 src/App.tsx、src/store/appStore.ts、src/store/fitStore.ts、src/pages/Canvas.tsx、src/pages/DefineWorkflow.tsx、src/pages/FitWorkflow.tsx。当前画布持久化按用户要求已暂停，仅保留标签页内存。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199c8ba4641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80d1a678894f7c" /><Relationship Type="http://schemas.openxmlformats.org/officeDocument/2006/relationships/slideLayout" Target="/ppt/slideLayouts/slideLayout1.xml" Id="R19a4a90a65bb44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a4a90a65bb44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8badedcec4a07" /><Relationship Type="http://schemas.openxmlformats.org/officeDocument/2006/relationships/notesSlide" Target="/ppt/notesSlides/notesSlide1.xml" Id="Re19b84824df842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8b408cd1b4f11" /><Relationship Type="http://schemas.openxmlformats.org/officeDocument/2006/relationships/notesSlide" Target="/ppt/notesSlides/notesSlide2.xml" Id="R05df14ed08564d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7493E9-59E8-4C7D-9944-6A365AF7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36D"/>
                </a:solidFill>
                <a:latin typeface="Arial"/>
                <a:ea typeface="Arial"/>
                <a:cs typeface="Arial"/>
              </a:rPr>
              <a:t>SEEDREAM TEMPLATE SPEC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0F6E4-E273-4966-812C-167F94C2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63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模板 Skill：把视觉判断变成可执行的上线流程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5FECF-A6B4-45FF-B650-134AD74B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38225"/>
            <a:ext cx="1116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UX 定义目标与边界，测试用固定证据验证 Prompt，双方在同一套规则上做决策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F3B72-3482-425E-81A5-CE3F178E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0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0D7B5-5AB7-4BD3-A5D8-9B774F95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5A2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05A28"/>
                </a:solidFill>
                <a:latin typeface="PingFang SC"/>
                <a:ea typeface="PingFang SC"/>
                <a:cs typeface="PingFang SC"/>
              </a:rPr>
              <a:t>过去的问题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7DA6E-B43A-4AB1-8049-D1F4A288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0495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UX 知道“想要什么”，却难以说明 Prompt 如何改；测试能运行模型，却缺少“什么算好”的共同标准。版本、图片与结论散落在反复沟通里。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F7E53-5443-4FA7-B6D0-C6871C4B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1163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0AEAE-394F-4B36-901F-97F6CB43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11163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D7DD6-7279-40F0-A314-41CCAA54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523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C4E0D-D6A8-4710-8832-DE80C892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523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DEE61-DABD-4E2C-BA3E-52DB310C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0" cy="2514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0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DFB53-F232-4358-AE94-D3BD2CE5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71725"/>
            <a:ext cx="163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0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1B683-E9B2-4130-9BD3-03638CA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384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7736D"/>
                </a:solidFill>
                <a:latin typeface="Arial"/>
                <a:ea typeface="Arial"/>
                <a:cs typeface="Arial"/>
              </a:rPr>
              <a:t>01  DEFINE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29790-3373-4CC3-B6E7-E12BC887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定义模板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0D26B-D0CC-463D-AA1A-4D3CAD21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38450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90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意向图、使用场景</a:t>
            </a:r>
          </a:p>
          <a:p xmlns:a="http://schemas.openxmlformats.org/drawingml/2006/main">
            <a:pPr>
              <a:def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输入类型、目标视觉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62621-4053-42E4-9551-778086B2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30480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2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0C726-1035-4DD4-95B2-1E9DBA9A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29025"/>
            <a:ext cx="163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0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779F4-A6FF-4E86-8199-11B31208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957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7736D"/>
                </a:solidFill>
                <a:latin typeface="Arial"/>
                <a:ea typeface="Arial"/>
                <a:cs typeface="Arial"/>
              </a:rPr>
              <a:t>02  FIT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8E814-8DE0-43E2-A0AE-B9EE26A6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671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验证适配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CE245-A2BC-4D5C-BDB8-B0AEE19F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95750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90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P0 / P1 / P2 输入</a:t>
            </a:r>
          </a:p>
          <a:p xmlns:a="http://schemas.openxmlformats.org/drawingml/2006/main">
            <a:pPr>
              <a:def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规则评分、问题图片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6EE776-EDFB-480C-95BD-E6DB7D14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62250"/>
            <a:ext cx="30480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2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A2FB5-69B8-40C9-944D-D2600B24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71725"/>
            <a:ext cx="163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0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79F8B-701D-457F-BC8F-7A19138B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384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7736D"/>
                </a:solidFill>
                <a:latin typeface="Arial"/>
                <a:ea typeface="Arial"/>
                <a:cs typeface="Arial"/>
              </a:rPr>
              <a:t>03  UX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E3F038-2C46-4004-B1C7-A4FFF039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098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确认问题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6673B-2F62-4130-9451-DFB4E5D5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38450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90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采纳、合并或忽略</a:t>
            </a:r>
          </a:p>
          <a:p xmlns:a="http://schemas.openxmlformats.org/drawingml/2006/main">
            <a:pPr>
              <a:def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确认规则优先级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D2588F-CC87-418F-A2DA-874C7252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62250"/>
            <a:ext cx="30480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2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5633D5-E9C8-4EDE-8F85-32BB0B80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29025"/>
            <a:ext cx="163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0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EE532F-95C0-4D2B-BE89-1235CBA1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957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7736D"/>
                </a:solidFill>
                <a:latin typeface="Arial"/>
                <a:ea typeface="Arial"/>
                <a:cs typeface="Arial"/>
              </a:rPr>
              <a:t>04  TUNE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F6EFFC-75AD-4AFD-B4D4-BF80C225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671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调整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E9BD97-C621-4537-B56F-55CCA606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95750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90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冻结测试集对比</a:t>
            </a:r>
          </a:p>
          <a:p xmlns:a="http://schemas.openxmlformats.org/drawingml/2006/main">
            <a:pPr>
              <a:def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记录版本与回归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F40074-14D5-4BBF-900E-9D508B71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62250"/>
            <a:ext cx="30480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2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5A7535-6AE7-4E0C-8880-04189479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71725"/>
            <a:ext cx="163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0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78C21E-E641-43B7-A50E-54689B1D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384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7736D"/>
                </a:solidFill>
                <a:latin typeface="Arial"/>
                <a:ea typeface="Arial"/>
                <a:cs typeface="Arial"/>
              </a:rPr>
              <a:t>05  CALIBRATE / RELEASE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BEC2FD-7D69-496A-B577-47A3C29B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98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校准并上线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265BA8-CAFC-4B77-8065-04DF4AEC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38450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90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确认阈值与边界</a:t>
            </a:r>
          </a:p>
          <a:p xmlns:a="http://schemas.openxmlformats.org/drawingml/2006/main">
            <a:pPr>
              <a:def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形成发布包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5D7892-9613-47CB-8B2B-6ED129C8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贯穿全程的共同语言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AAC670-ABA8-4ED0-A13A-5C1C5BBF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882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DDC39E-0F3D-46A1-AC43-299D50F9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5A2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5A28"/>
                </a:solidFill>
                <a:latin typeface="PingFang SC"/>
                <a:ea typeface="PingFang SC"/>
                <a:cs typeface="PingFang SC"/>
              </a:rPr>
              <a:t>规则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E11B95-4D11-4523-98B7-75BB44FA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MUST 是有效性底线</a:t>
            </a:r>
          </a:p>
          <a:p xmlns:a="http://schemas.openxmlformats.org/drawingml/2006/main">
            <a:pPr>
              <a:def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PREFERRED 衡量质量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DE41A6-9F0E-4D38-9DCB-275C6FAE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276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5A2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5A28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C0AEFD-9E72-4CD9-AE70-17713DA0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524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固定输入、稳定 ID</a:t>
            </a:r>
          </a:p>
          <a:p xmlns:a="http://schemas.openxmlformats.org/drawingml/2006/main">
            <a:pPr>
              <a:def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逐图记录规则得分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38CC9B-15B3-438D-B600-3335131C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76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5A2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5A28"/>
                </a:solidFill>
                <a:latin typeface="PingFang SC"/>
                <a:ea typeface="PingFang SC"/>
                <a:cs typeface="PingFang SC"/>
              </a:rPr>
              <a:t>版本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771C5C-8BE7-436F-BABC-CE2D8364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24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Prompt、规则和报告</a:t>
            </a:r>
          </a:p>
          <a:p xmlns:a="http://schemas.openxmlformats.org/drawingml/2006/main">
            <a:pPr>
              <a:def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保留映射与变更原因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2A703C-2516-4071-AFA6-1DFEAF6C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276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5A2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5A28"/>
                </a:solidFill>
                <a:latin typeface="PingFang SC"/>
                <a:ea typeface="PingFang SC"/>
                <a:cs typeface="PingFang SC"/>
              </a:rPr>
              <a:t>闸门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EDC326-F504-4147-AAB3-D3D07595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524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证据不足则暂停</a:t>
            </a:r>
          </a:p>
          <a:p xmlns:a="http://schemas.openxmlformats.org/drawingml/2006/main">
            <a:pPr>
              <a:def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不能用平均分掩盖回归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B16580-6ACC-4E58-B4AD-86A7E8E7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63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DB47BD-7DF8-4E2D-B276-4F580C32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结果：UX 能看懂每轮是否变好，测试知道下一步该改哪条规则，模板上线从口头商榷变成可追踪决策。</a:t>
            </a:r>
          </a:p>
        </p:txBody>
      </p:sp>
    </p:spTree>
    <p:extLst>
      <p:ext uri="{BB962C8B-B14F-4D97-AF65-F5344CB8AC3E}">
        <p14:creationId xmlns:p14="http://schemas.microsoft.com/office/powerpoint/2010/main" val="1931606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5B847F4-048A-4F88-9556-E92984F7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77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736D"/>
                </a:solidFill>
                <a:latin typeface="Arial"/>
                <a:ea typeface="Arial"/>
                <a:cs typeface="Arial"/>
              </a:rPr>
              <a:t>CURRENT WEB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78DE9-7EAC-41F5-AE65-B93F14FF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63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当前网页架构：角色化入口连接同一条模板工作流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49684-AEF4-4B98-B649-B33B1897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38225"/>
            <a:ext cx="1116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React 单页应用按角色控制可见性，页面围绕模板、阶段报告、测试证据和画布组织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CD2F3-57A1-48CB-96A3-EC2B4588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0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AAAF9-7D32-49E1-86F6-3C894589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入口与权限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38935-60FF-4350-B1F7-B2D2D63C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0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47DF7-B06B-4E97-A81F-74A29136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身份选择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2651C-F2B6-4A49-9E2F-02994291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UX 设计师</a:t>
            </a:r>
          </a:p>
          <a:p xmlns:a="http://schemas.openxmlformats.org/drawingml/2006/main">
            <a:pPr>
              <a:defRPr sz="1050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测试工程师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E75A5-03D0-46FF-BE20-AF4079B3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2892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2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43E38-3163-445A-824B-7B2FF48B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DF"/>
          </a:solidFill>
          <a:ln xmlns:a="http://schemas.openxmlformats.org/drawingml/2006/main" w="9525">
            <a:solidFill>
              <a:srgbClr val="11110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1DC92-4CF5-4D8A-9F7F-101A44BF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路由守卫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318DF-C1AE-4F49-A26B-E40B8253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1752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TemplateAccess</a:t>
            </a:r>
          </a:p>
          <a:p xmlns:a="http://schemas.openxmlformats.org/drawingml/2006/main">
            <a:pPr>
              <a:def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按角色决定模板可见性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45C83-6D7E-4637-BE9D-30F2BDA0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243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2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17D4F-8FF8-4870-97B8-D9286C2B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0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18D4C-93E1-47CD-AF63-B5EC60DD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全局导航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6AECD-92F2-4F79-B1A8-3D9F0A9F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模板总览  /  画布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8ED6F-7938-4AC1-8134-0D020B53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811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业务页面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748E3-4223-42C4-A123-0CADCEDB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66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209DF-64DE-440E-9297-ACE18289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09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05A28"/>
                </a:solidFill>
                <a:latin typeface="Arial"/>
                <a:ea typeface="Arial"/>
                <a:cs typeface="Arial"/>
              </a:rPr>
              <a:t>模板层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F754A-EAEA-47C5-A422-9F8C5532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241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5B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07AED-2CFA-4148-8B6B-915FB601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模板总览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52E72-0017-49C6-B5F5-59C9C4C8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33675"/>
            <a:ext cx="144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状态、待办、负责人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0EBB2-42CC-4EB5-86BB-7A431D4C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3377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5B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C940C-A284-4095-90DB-246B5ADC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290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模板主页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488DB-66F0-41C5-A532-FCD528E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144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阶段进度与入口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0A8408-E5E9-4480-AC46-2CF56903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9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05A28"/>
                </a:solidFill>
                <a:latin typeface="Arial"/>
                <a:ea typeface="Arial"/>
                <a:cs typeface="Arial"/>
              </a:rPr>
              <a:t>定义层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98097-D5DF-4E9C-A69D-ECCD4EFD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241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5B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D26E1C-8753-4426-8817-73E54347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DEFINE 报告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6B906F-9799-4039-A5E4-12CC3191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33675"/>
            <a:ext cx="144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意向图与一致性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32A85C-A2CA-41BD-A659-1B3734EE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3377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5B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7B4CA0-CFE6-4B21-87E9-F7B1CBED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290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Rule Book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FC833F-3D1D-47FA-BE5A-C77D01CF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43350"/>
            <a:ext cx="144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规则与 Prompt 映射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21A39E-5574-4CCD-BA68-DBE6AA62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9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05A28"/>
                </a:solidFill>
                <a:latin typeface="Arial"/>
                <a:ea typeface="Arial"/>
                <a:cs typeface="Arial"/>
              </a:rPr>
              <a:t>验证层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9C2651-21FF-4585-A8B8-3A1DEEEE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241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5B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E56023-73AC-4317-AEA6-224E11C9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FIT / TUNE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55B92F-1503-4B0F-A946-856D3E47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33675"/>
            <a:ext cx="144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报告、版本与问题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AF91C5-01E0-4696-ACBA-21435D59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3377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5B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C57695-ACB5-4F79-8A6C-A460CCE1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290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测试详情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4875E8-C573-4A08-8810-BA2EA443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43350"/>
            <a:ext cx="144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输入输出与逐条评分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534857-95D5-4A5E-9CE3-474F6144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243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2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9DA5F4-D2DD-4092-ACDE-65F4E23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479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0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1ECB59-FF33-434D-A96B-B74E2A9F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479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0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73D1F9-242B-4C72-AC88-CACA68F5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5765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0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607F39-AF0A-45E5-9FBB-207F781A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0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801603-C99D-44AC-AB57-EC1346F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状态与数据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82653C-32A4-46C2-B23F-A1063355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66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E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61D8EE-9E5A-4756-882D-F747E803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9775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F547C6-9826-460C-8A42-F10A5C1E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050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Zustand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50C043-A20A-4BD8-83E7-E01092A5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5267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AppStore：身份与模板</a:t>
            </a:r>
          </a:p>
          <a:p xmlns:a="http://schemas.openxmlformats.org/drawingml/2006/main">
            <a:pPr>
              <a:defRPr sz="975" b="0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FitStore：测试 Run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F741A0-3551-4A27-8948-12F13F6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990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C5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B54614-2417-48F4-B18C-10008D6F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静态业务数据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7410B4-2AC9-444A-92F0-7627614B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528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mockData + JSON</a:t>
            </a:r>
          </a:p>
          <a:p xmlns:a="http://schemas.openxmlformats.org/drawingml/2006/main">
            <a:pPr>
              <a:defRPr sz="975" b="0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规则、报告、示例结果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31B856-2D03-405F-A493-F765EBCC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10025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DF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F41217-1934-4356-A0C7-1D14CABB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0527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画布状态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D25C2E-0DC9-465F-887B-AE9FFC1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5292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按“工作区 + 用户 + 角色”</a:t>
            </a:r>
          </a:p>
          <a:p xmlns:a="http://schemas.openxmlformats.org/drawingml/2006/main">
            <a:pPr>
              <a:defRPr sz="975" b="0">
                <a:solidFill>
                  <a:srgbClr val="11110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0F"/>
                </a:solidFill>
                <a:latin typeface="PingFang SC"/>
                <a:ea typeface="PingFang SC"/>
                <a:cs typeface="PingFang SC"/>
              </a:rPr>
              <a:t>保存在当前标签页内存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4D108C-A083-4A4F-879F-CC7B44A9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0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D2A7A5-8D23-4FDA-8EB3-C997C6AF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773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7736D"/>
                </a:solidFill>
                <a:latin typeface="PingFang SC"/>
                <a:ea typeface="PingFang SC"/>
                <a:cs typeface="PingFang SC"/>
              </a:rPr>
              <a:t>页面结构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B7CAC8-10A7-4349-BE83-137E66D6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054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0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0F"/>
                </a:solidFill>
                <a:latin typeface="Arial"/>
                <a:ea typeface="Arial"/>
                <a:cs typeface="Arial"/>
              </a:rPr>
              <a:t>Role Selection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3C824E-DA83-49E2-BFA5-D21982D3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5054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0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0F"/>
                </a:solidFill>
                <a:latin typeface="Arial"/>
                <a:ea typeface="Arial"/>
                <a:cs typeface="Arial"/>
              </a:rPr>
              <a:t>Templates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BCCF00-27C7-4744-8FA9-27ADB77F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05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0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0F"/>
                </a:solidFill>
                <a:latin typeface="Arial"/>
                <a:ea typeface="Arial"/>
                <a:cs typeface="Arial"/>
              </a:rPr>
              <a:t>Template Detail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E7ACE9-CBB9-487C-BE12-AEA9F2F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054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0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0F"/>
                </a:solidFill>
                <a:latin typeface="Arial"/>
                <a:ea typeface="Arial"/>
                <a:cs typeface="Arial"/>
              </a:rPr>
              <a:t>DEFINE / RULE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A25FCF-269A-450A-908A-4A57CCC4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505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0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0F"/>
                </a:solidFill>
                <a:latin typeface="Arial"/>
                <a:ea typeface="Arial"/>
                <a:cs typeface="Arial"/>
              </a:rPr>
              <a:t>FIT / TUNE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73483A-021F-41D5-BF9F-517A0B67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505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0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0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99F5D8C-CC08-4DCB-A00D-46638DA9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05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0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0F"/>
                </a:solidFill>
                <a:latin typeface="Arial"/>
                <a:ea typeface="Arial"/>
                <a:cs typeface="Arial"/>
              </a:rPr>
              <a:t>Canvas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E206D9-778F-4454-A763-1E5D17DC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619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28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454BC3-40AF-4F05-96F5-3637E1F1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619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28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DC5C69-6AC9-443C-AAB4-18CFFA1F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619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28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9083B2C-79A0-4DC3-B6A6-333E414B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619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28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A6AA7FB-1795-4A44-BBC5-A66F6A6A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19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28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119ADCC-057F-4492-8795-F75DD201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619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28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4200258-1BBB-4F54-8F82-0AB8AD0C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11163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2EA68A-3147-4AC4-94DD-0D333D73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网页承担“可视化协作层”：把 Skill 生成的规则、Prompt、测试证据与阶段结论放进同一条可浏览的工作流。</a:t>
            </a:r>
          </a:p>
        </p:txBody>
      </p:sp>
    </p:spTree>
    <p:extLst>
      <p:ext uri="{BB962C8B-B14F-4D97-AF65-F5344CB8AC3E}">
        <p14:creationId xmlns:p14="http://schemas.microsoft.com/office/powerpoint/2010/main" val="1842613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2026-09-06T22:47:59.1390000Z</dcterms:created>
  <dcterms:modified xsi:type="dcterms:W3CDTF">2026-09-06T22:47:59.1400000Z</dcterms:modified>
</coreProperties>
</file>